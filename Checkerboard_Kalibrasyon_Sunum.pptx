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73" r:id="rId5"/>
    <p:sldId id="274" r:id="rId6"/>
    <p:sldId id="276" r:id="rId7"/>
    <p:sldId id="272" r:id="rId8"/>
    <p:sldId id="263" r:id="rId9"/>
    <p:sldId id="265" r:id="rId10"/>
    <p:sldId id="266" r:id="rId11"/>
    <p:sldId id="267" r:id="rId12"/>
    <p:sldId id="268" r:id="rId13"/>
    <p:sldId id="260" r:id="rId14"/>
    <p:sldId id="27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5:38.71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5:43.22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22917,'1524'16'0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5:52.41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75 203 24575,'6'-6'0,"0"0"0,0 0 0,0-1 0,0 1 0,-1-1 0,9-14 0,-13 18 0,0 1 0,0-1 0,-1 0 0,1 0 0,0 1 0,-1-1 0,0 0 0,1 0 0,-1 0 0,0 0 0,-1 0 0,1 1 0,0-1 0,-1 0 0,0 0 0,1 0 0,-1 1 0,0-1 0,-1 0 0,1 1 0,0-1 0,-2-2 0,-2-3 0,0 1 0,-1-1 0,1 1 0,-1 0 0,-1 0 0,1 0 0,-1 1 0,0 0 0,-14-8 0,20 13 0,0 1 0,1 0 0,-1 0 0,0 1 0,0-1 0,0 0 0,0 0 0,0 0 0,1 0 0,-1 1 0,0-1 0,0 0 0,0 1 0,1-1 0,-1 1 0,0-1 0,1 1 0,-1-1 0,0 1 0,1-1 0,-1 1 0,0 0 0,1-1 0,-1 1 0,1 0 0,-1-1 0,1 1 0,0 0 0,-1 0 0,1-1 0,0 1 0,-1 0 0,1 0 0,0 1 0,-11 35 0,10-34 0,-2 12 0,1 0 0,0 0 0,1 0 0,1 0 0,0 0 0,1 0 0,1 0 0,4 22 0,-4-34 0,0 1 0,0 0 0,0-1 0,0 1 0,0-1 0,1 0 0,0 0 0,0 0 0,0 0 0,0 0 0,0 0 0,0-1 0,1 0 0,-1 0 0,1 0 0,0 0 0,0 0 0,-1-1 0,1 1 0,0-1 0,0 0 0,5 0 0,-5 0 0,0 0 0,0 0 0,0-1 0,0 1 0,0-1 0,0 0 0,0 0 0,0-1 0,0 1 0,0-1 0,-1 0 0,1 0 0,0 0 0,0-1 0,-1 1 0,1-1 0,0 0 0,-1 0 0,0 0 0,1 0 0,-1-1 0,5-4 0,-1-4 0,0 0 0,-1 0 0,0-1 0,-1 0 0,0 0 0,-1-1 0,0 1 0,-1-1 0,-1 1 0,2-15 0,-4 26 0,0 0 0,0 1 0,0-1 0,0 0 0,0 0 0,0 1 0,0-1 0,-1 0 0,1 1 0,0-1 0,0 0 0,-1 1 0,1-1 0,0 1 0,-1-1 0,1 0 0,0 1 0,-1-1 0,1 1 0,-1-1 0,1 1 0,-1-1 0,1 1 0,-1-1 0,0 1 0,1 0 0,-1-1 0,1 1 0,-1 0 0,-1-1 0,0 1 0,0 0 0,0 0 0,0-1 0,0 2 0,0-1 0,-1 0 0,1 0 0,0 1 0,0-1 0,-3 2 0,-3 1 0,-1 1 0,1 0 0,-14 8 0,18-9 0,1 0 0,0 1 0,0-1 0,0 1 0,0 0 0,1 0 0,-1 0 0,1 0 0,0 0 0,0 0 0,0 1 0,1-1 0,0 1 0,0-1 0,0 1 0,0-1 0,1 1 0,-1 5 0,1 12 0,0 1 0,4 28 0,-4-49 0,0-1 0,0 0 0,0 1 0,0-1 0,0 0 0,0 1 0,0-1 0,1 0 0,-1 0 0,0 1 0,1-1 0,-1 0 0,1 0 0,0 1 0,-1-1 0,1 0 0,0 0 0,0 0 0,-1 0 0,1 0 0,0 0 0,0 0 0,0 0 0,0 0 0,0-1 0,1 1 0,-1 0 0,0-1 0,0 1 0,0-1 0,1 1 0,1 0 0,-1-1 0,1-1 0,0 1 0,-1 0 0,1-1 0,0 0 0,-1 1 0,1-1 0,-1 0 0,1 0 0,-1-1 0,1 1 0,-1 0 0,0-1 0,4-3 0,0 0 0,-1 0 0,-1 0 0,1 0 0,-1-1 0,1 0 0,-1 0 0,-1 0 0,0 0 0,5-13 0,-6 15 0,0-1 0,0 0 0,-1 0 0,0 0 0,0 0 0,0 0 0,-1-1 0,0 1 0,0 0 0,0 0 0,0 0 0,-1 0 0,0 0 0,-2-7 0,2 10 0,0 0 0,-1 0 0,1 0 0,-1 0 0,1 1 0,-1-1 0,0 0 0,0 1 0,1-1 0,-1 1 0,0 0 0,0-1 0,-1 1 0,1 0 0,0 0 0,0 0 0,0 1 0,-1-1 0,1 1 0,0-1 0,-1 1 0,1 0 0,-1-1 0,1 1 0,0 1 0,-1-1 0,1 0 0,0 0 0,-1 1 0,-2 0 0,2 0 0,0-1 0,0 1 0,0 0 0,0 0 0,0 0 0,0 0 0,0 0 0,1 1 0,-1-1 0,0 1 0,1 0 0,0 0 0,-1 0 0,1 0 0,0 0 0,0 0 0,0 1 0,0-1 0,0 1 0,0-1 0,1 1 0,-1 0 0,0 3 0,1-2 0,1 0 0,0 0 0,0-1 0,0 1 0,1 0 0,-1 0 0,1 0 0,0-1 0,0 1 0,0 0 0,0-1 0,1 1 0,0-1 0,3 6 0,-5-8 0,1 0 0,0 0 0,0 0 0,-1 1 0,1-1 0,0 0 0,0-1 0,0 1 0,0 0 0,1 0 0,-1 0 0,0-1 0,0 1 0,0 0 0,1-1 0,-1 1 0,0-1 0,0 0 0,1 1 0,-1-1 0,0 0 0,1 0 0,-1 0 0,1 0 0,-1 0 0,0 0 0,1 0 0,-1 0 0,0 0 0,1-1 0,-1 1 0,0-1 0,1 1 0,-1-1 0,0 1 0,0-1 0,0 0 0,0 1 0,1-1 0,-1 0 0,0 0 0,0 0 0,1-2 0,0 2 0,-1-1 0,1 1 0,-1-1 0,0 1 0,1-1 0,-1 0 0,0 0 0,0 1 0,0-1 0,0 0 0,0 0 0,-1 0 0,1 0 0,-1-1 0,1 1 0,-1 0 0,0 0 0,1 0 0,-2-3 0,1 1 0,-1 0 0,0 0 0,0 0 0,0 0 0,0 1 0,-1-1 0,1 0 0,-1 1 0,-4-7 0,-1 1 0,0 0 0,-1 0 0,0 0 0,-1 1 0,0 0 0,-10-7 0,16 13 0,1 0 0,-1 0 0,0 1 0,0-1 0,0 1 0,0-1 0,0 1 0,0 0 0,0 0 0,0 0 0,-5 0 0,6 1 0,1 0 0,-1 1 0,1-1 0,-1 1 0,1 0 0,0 0 0,-1-1 0,1 1 0,0 0 0,0 0 0,0 0 0,0 0 0,-1 1 0,1-1 0,1 0 0,-1 0 0,0 1 0,0-1 0,0 0 0,1 1 0,-1-1 0,1 1 0,-1-1 0,1 1 0,-1 2 0,-21 68 0,21-66 0,-1 1 0,1-1 0,0 1 0,1-1 0,0 1 0,0 0 0,0-1 0,1 1 0,1 8 0,-1-13 0,0-1 0,-1 1 0,1-1 0,0 1 0,0 0 0,0-1 0,0 0 0,0 1 0,1-1 0,-1 0 0,0 1 0,0-1 0,1 0 0,-1 0 0,1 0 0,-1 0 0,1 0 0,0 0 0,-1-1 0,1 1 0,0-1 0,-1 1 0,1-1 0,0 1 0,0-1 0,-1 0 0,1 0 0,0 0 0,0 0 0,0 0 0,-1 0 0,1 0 0,0-1 0,2 0 0,0 0 0,0 0 0,0 0 0,0-1 0,0 1 0,0-1 0,-1 0 0,1 0 0,-1 0 0,1-1 0,-1 1 0,0-1 0,0 0 0,6-6 0,-1-3 0,-1-1 0,0 0 0,0-1 0,5-17 0,-10 24 0,1-1 0,-1 1 0,-1 0 0,1-1 0,-1 0 0,-1 1 0,1-1 0,-1 0 0,-1 1 0,0-9 0,0 15 0,1-1 0,0 1 0,-1 0 0,1 0 0,-1 0 0,1-1 0,-1 1 0,0 0 0,1 0 0,-1 0 0,0 0 0,0 0 0,0 0 0,0 0 0,0 0 0,0 1 0,0-1 0,0 0 0,0 1 0,0-1 0,0 0 0,0 1 0,-1-1 0,1 1 0,0 0 0,0-1 0,-1 1 0,1 0 0,0 0 0,0 0 0,-1 0 0,1 0 0,0 0 0,-1 0 0,1 0 0,0 0 0,0 1 0,-1-1 0,1 1 0,0-1 0,0 1 0,0-1 0,0 1 0,-2 1 0,-5 1 0,1 1 0,0 0 0,0 1 0,1-1 0,-10 10 0,13-11 0,0 0 0,0 0 0,0 1 0,0-1 0,1 1 0,0 0 0,-1-1 0,1 1 0,1 0 0,-1 0 0,0 1 0,1-1 0,0 0 0,0 0 0,0 1 0,1-1 0,0 1 0,0 6 0,0-8 0,1 0 0,-1 0 0,1 0 0,0 0 0,0 0 0,0 0 0,1 0 0,-1 0 0,1-1 0,0 1 0,-1 0 0,1-1 0,0 1 0,1-1 0,-1 0 0,0 0 0,1 0 0,-1 0 0,1 0 0,-1 0 0,1-1 0,0 1 0,0-1 0,0 0 0,0 0 0,4 1 0,-6-1 0,1 0 0,0-1 0,0 1 0,0-1 0,0 1 0,0-1 0,0 1 0,0-1 0,0 0 0,0 0 0,0 0 0,0 0 0,0-1 0,0 1 0,0-1 0,0 1 0,0-1 0,0 1 0,0-1 0,-1 0 0,1 0 0,0 0 0,0 0 0,-1 0 0,1 0 0,-1-1 0,3-2 0,-2 2 0,-1-1 0,0 0 0,0 0 0,0 0 0,0 0 0,0 0 0,0 0 0,-1 0 0,0 0 0,1 0 0,-1 0 0,0 0 0,-1 0 0,1 0 0,0 0 0,-1 0 0,-1-6 0,1 8 0,1 0 0,0-1 0,-1 1 0,1 0 0,-1-1 0,1 1 0,-1 0 0,0 0 0,1 0 0,-1-1 0,0 1 0,0 0 0,0 0 0,0 0 0,-2-1 0,3 1 0,-1 1 0,1 0 0,-1 0 0,1 0 0,-1-1 0,0 1 0,1 0 0,-1 0 0,0 0 0,1 0 0,-1 0 0,1 0 0,-1 0 0,0 0 0,1 0 0,-1 1 0,0-1 0,1 0 0,-1 0 0,1 0 0,-1 1 0,1-1 0,-2 1 0,0 0 0,1 1 0,-1-1 0,0 1 0,1 0 0,0-1 0,-1 1 0,1 0 0,0 0 0,0 0 0,0 0 0,0 0 0,0 0 0,0 0 0,1 0 0,-1 0 0,1 0 0,-1 5 0,1 0 0,1 0 0,0-1 0,0 1 0,0 0 0,1 0 0,0-1 0,0 1 0,4 6 0,-5-10 0,0 0 0,0-1 0,1 1 0,-1 0 0,1 0 0,0-1 0,0 1 0,0-1 0,0 0 0,0 0 0,0 1 0,1-1 0,-1 0 0,1-1 0,-1 1 0,1 0 0,0-1 0,0 0 0,5 2 0,-6-3 0,0 0 0,-1 0 0,1-1 0,0 1 0,-1-1 0,1 1 0,0-1 0,-1 0 0,1 0 0,-1 0 0,1 0 0,-1 0 0,1 0 0,-1 0 0,0 0 0,0 0 0,1-1 0,-1 1 0,0 0 0,0-1 0,0 1 0,-1-1 0,1 0 0,0 1 0,0-1 0,-1 1 0,1-1 0,-1 0 0,1 0 0,-1-1 0,1-2 0,1 1 0,-1 0 0,-1-1 0,1 1 0,-1 0 0,1-1 0,-1 1 0,0-1 0,-1 1 0,1-1 0,-2-5 0,0 8 6,0-1-1,1 0 1,-1 1-1,0 0 0,0-1 1,0 1-1,0 0 1,-1 0-1,1 0 0,-1 0 1,1 1-1,-1-1 1,0 1-1,1-1 1,-1 1-1,0 0 0,0 0 1,0 0-1,0 1 1,-5-1-1,-6-1-434,-1 0 0,-26 1-1,38 2 239,-9-1-6635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6:25.7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271 15501 21944,'0'-15500'0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6:40.4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19 24575,'9'-3'0,"-1"-1"0,1 1 0,0 1 0,0 0 0,0 0 0,18-1 0,61 3 0,-45 2 0,309-2-1365,-336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6:46.4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24190,'11656'0'0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03.3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2 365 24575,'-1'-94'0,"3"-104"0,-2 195 0,0 0 0,0 0 0,0 0 0,1-1 0,0 1 0,-1 0 0,1 0 0,0 0 0,0 0 0,1 0 0,-1 0 0,1 0 0,-1 0 0,1 1 0,0-1 0,0 1 0,0-1 0,3-2 0,-1 3 0,0 0 0,0 0 0,0 1 0,0-1 0,0 1 0,0 0 0,0 0 0,1 0 0,-1 0 0,0 1 0,1 0 0,7 0 0,-4 0 0,1 1 0,-1 0 0,1 1 0,-1 0 0,0 0 0,0 1 0,0 0 0,0 0 0,0 1 0,-1 0 0,1 0 0,-1 1 0,0-1 0,0 2 0,-1-1 0,0 1 0,0 0 0,0 0 0,0 1 0,-1 0 0,0 0 0,-1 0 0,0 0 0,0 1 0,0 0 0,-1 0 0,0 0 0,0 0 0,-1 0 0,0 0 0,-1 1 0,1 11 0,3 101 0,2 28 0,-4-123 0,-1 0 0,0 0 0,-2 0 0,-1-1 0,-1 1 0,-2 0 0,0-1 0,-13 43 0,9-45 0,2-4 0,-15 33 0,19-48 0,1-1 0,-1 0 0,0 0 0,0 1 0,0-1 0,-1-1 0,1 1 0,0 0 0,-1 0 0,0-1 0,0 0 0,0 1 0,0-1 0,0 0 0,0 0 0,-5 1 0,7-3 0,0 1 0,0-1 0,0 0 0,-1 0 0,1 0 0,0 0 0,0 0 0,0 0 0,-1 0 0,1 0 0,0 0 0,0 0 0,0-1 0,0 1 0,0-1 0,-1 1 0,1-1 0,0 1 0,0-1 0,0 1 0,0-1 0,0 0 0,0 0 0,1 1 0,-1-1 0,0 0 0,0 0 0,0 0 0,1 0 0,-1 0 0,1 0 0,-1 0 0,0 0 0,1 0 0,0-1 0,-1 1 0,1 0 0,0 0 0,0 0 0,-1 0 0,1-1 0,0 1 0,0 0 0,1-2 0,-2 0 0,1-1 0,0 0 0,0 1 0,0-1 0,1 0 0,-1 1 0,1-1 0,0 1 0,0-1 0,0 0 0,0 1 0,1 0 0,3-6 0,-1 5 0,0 0 0,0 0 0,0 0 0,1 1 0,0 0 0,0 0 0,0 0 0,0 0 0,0 1 0,0 0 0,1 0 0,-1 1 0,1-1 0,7 0 0,2 0 0,0 1 0,0 0 0,0 2 0,19 1 0,-29 0 0,0-1 0,-1 1 0,1 0 0,-1 0 0,1 0 0,-1 0 0,0 1 0,0 0 0,0 0 0,-1 0 0,1 0 0,0 0 0,-1 1 0,5 6 0,-4-5 0,1 0 0,-1 0 0,2 0 0,-1-1 0,0 0 0,1 0 0,8 5 0,-10-8 0,107 54 0,-107-53 0,1 1 0,-1-1 0,1 0 0,0-1 0,0 1 0,5 1 0,-9-3 0,1 0 0,-1 0 0,1 1 0,-1-1 0,1 0 0,-1 0 0,1 0 0,-1 0 0,1-1 0,-1 1 0,1 0 0,-1-1 0,1 1 0,-1-1 0,1 1 0,-1-1 0,0 0 0,1 1 0,-1-1 0,0 0 0,0 0 0,1 0 0,1-2 0,-3 2-47,0 0 0,1 0 0,-1 0 0,0 1 0,0-1 0,1 0 0,-1 0 0,0 0 0,0 0-1,0 0 1,0 0 0,0 0 0,0 0 0,0 1 0,-1-1 0,1 0 0,0 0 0,0 0 0,-1 0 0,1 0 0,-1 1 0,1-1-1,0 0 1,-1 0 0,1 1 0,-1-1 0,0 0 0,0 0 0,-10-12-6779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05.0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24575,'3'0'0,"5"0"0,5 0 0,0 3 0,2 2 0,1-1 0,-1 4 0,-1-1 0,2-1 0,2-1 0,-3 1 0,0 1 0,1-2 0,1-1 0,-1-2-8191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07.1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24575,'16'27'0,"1"-1"0,1 0 0,30 32 0,2 2 0,88 104 0,-36-45 0,-94-111-75,0 0 0,1-1-1,-1 0 1,20 12-1,-16-11-912,-2-2-5838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08.6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334 1 24575,'-2'0'0,"-1"1"0,0 0 0,1 0 0,-1 0 0,1 0 0,-1 0 0,1 1 0,0-1 0,-1 1 0,1-1 0,0 1 0,0 0 0,0 0 0,0 0 0,-2 3 0,-24 35 0,-78 140 0,29-53 0,58-95 0,10-19 0,1 1 0,1-1 0,0 1 0,1 1 0,-9 27 0,7-13-1365,4-17-5461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22.7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3239 1 24285,'-3238'2583'0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26.1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30.6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465 432 24575,'-46'-9'0,"0"3"0,-74-2 0,-7-1 0,88 6 0,27 3 0,0 0 0,0-1 0,0-1 0,-19-5 0,31 7 0,-1 0 0,1-1 0,-1 1 0,1 0 0,0-1 0,-1 1 0,1 0 0,-1 0 0,1-1 0,0 1 0,-1-1 0,1 1 0,0 0 0,-1-1 0,1 1 0,0-1 0,0 1 0,-1-1 0,1 1 0,0-1 0,0 1 0,0-1 0,0 1 0,-1-1 0,1 1 0,0-1 0,0 1 0,0-1 0,0 1 0,0-1 0,1 1 0,-1-1 0,0 1 0,0-1 0,0 1 0,0-1 0,0 1 0,1-1 0,-1 1 0,0-1 0,0 1 0,1-1 0,-1 1 0,0 0 0,1-1 0,-1 1 0,1 0 0,0-1 0,24-25 0,-17 18 0,1-3 0,-1-1 0,0-1 0,-1 0 0,0 0 0,9-27 0,-12 29 0,0 0 0,0 0 0,1 1 0,0 0 0,1 0 0,0 0 0,1 1 0,0 0 0,1 0 0,15-15 0,-18 20-80,0 0 0,0 0-1,-1 0 1,0-1 0,0 0-1,0 0 1,0 0 0,-1 0-1,0-1 1,0 1 0,0-1 0,-1 0-1,0 0 1,0 0 0,0 0-1,1-9 1,-2 6-6746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31.4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33.4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67 24575,'4'-4'0,"1"0"0,0 1 0,0 0 0,1 0 0,-1 1 0,0-1 0,1 1 0,0 0 0,6-1 0,55-10 0,85 0 0,-138 10 0,44-5 0,-55 8 0,0 0 0,-1-1 0,1 1 0,-1 1 0,1-1 0,-1 0 0,1 1 0,-1-1 0,1 1 0,-1-1 0,0 1 0,1 0 0,-1 0 0,0 0 0,1 1 0,-1-1 0,0 1 0,2 1 0,-2 0 0,-1-1 0,0 1 0,0-1 0,0 1 0,0 0 0,0-1 0,0 1 0,-1 0 0,0 0 0,1 0 0,-1 0 0,0 0 0,-1 4 0,-5 41 0,4-35 0,-5 52 0,3 0 0,5 88 0,1-43 0,-2-54-1365,0-44-5461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34.1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7:43.8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19 24575,'1'7'0,"0"-1"0,1 1 0,-1 0 0,1-1 0,6 12 0,1 9 0,-1 4 0,2 0 0,1-1 0,25 49 0,-35-77 0,1 1 0,0-1 0,0 0 0,0 0 0,0 0 0,1 0 0,-1 0 0,1-1 0,-1 1 0,1-1 0,-1 0 0,1 1 0,0-1 0,-1 0 0,1 0 0,0-1 0,0 1 0,0-1 0,5 1 0,7 0 0,0-1 0,24-3 0,-26 2 0,-9 0 0,0 0 0,-1 0 0,1 0 0,0-1 0,0 1 0,-1-1 0,1 0 0,-1 0 0,1 0 0,-1-1 0,0 1 0,0-1 0,0 0 0,0 1 0,0-2 0,3-4 0,1-1 0,-1 0 0,0-1 0,0 0 0,6-18 0,-11 24 0,1 0 0,-1 0 0,-1 0 0,1 0 0,-1 0 0,1 0 0,-1 0 0,0 0 0,0 0 0,-1 0 0,1 0 0,-1 0 0,0 0 0,-2-3 0,-2-6 0,0 0 0,-14-21 0,13 23 0,0 1 0,1-2 0,-6-14 0,12 21 0,6 12 0,8 13 0,-8-7 0,0 0 0,0 1 0,-1 0 0,-1 0 0,-1 0 0,0 0 0,0 1 0,-2 0 0,0 0 0,1 16 0,-3 11 0,1-29 0,-1 1 0,0-1 0,0 0 0,-2 0 0,1 1 0,-2-1 0,0 0 0,0-1 0,-1 1 0,-8 17 0,8-24 0,-2 7 0,-2-1 0,0 1 0,0-1 0,-1-1 0,-16 18 0,19-24 0,4-3 0,0 1 0,0-1 0,0 1 0,-1-1 0,0 1 0,1-1 0,-1 0 0,0 0 0,0-1 0,0 1 0,0-1 0,0 1 0,0-1 0,0 0 0,-1 0 0,1 0 0,0-1 0,-1 1 0,1-1 0,-1 1 0,1-1 0,0-1 0,-1 1 0,-5-1 0,-6-1 0,-59-14 0,71 15 0,-1 0 0,0 0 0,0-1 0,1 1 0,-1-1 0,1 0 0,-1 0 0,1 0 0,0 0 0,0-1 0,0 1 0,0-1 0,0 0 0,1 0 0,-4-5 0,4 4-74,1 0-1,0 1 1,0-1-1,1 0 1,-1 0-1,1 0 1,0 0-1,0-7 1,1 6-621,-1-4-6131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09.25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24575,'5'1'0,"-1"1"0,0 0 0,0 0 0,0 0 0,0 0 0,0 1 0,0 0 0,-1-1 0,1 1 0,-1 1 0,0-1 0,3 4 0,5 3 0,23 24 0,-1 2 0,46 67 0,-39-49 0,-11-16 0,2-2 0,2 0 0,50 42 0,-73-71 0,-7-6 0,0 1 0,0 0 0,-1 0 0,1-1 0,-1 2 0,1-1 0,-1 0 0,0 0 0,0 1 0,0-1 0,0 1 0,0 0 0,1 3 0,-3-6 0,-1 1 0,1-1 0,0 1 0,-1-1 0,1 1 0,0-1 0,-1 1 0,1-1 0,-1 0 0,1 1 0,-1-1 0,1 0 0,-1 1 0,1-1 0,-1 0 0,1 0 0,-1 0 0,1 1 0,-1-1 0,0 0 0,1 0 0,-1 0 0,1 0 0,-1 0 0,1 0 0,-2 0 0,-21 1 0,20-1 0,-159 12 0,218-12 0,1 2 0,0 2 0,66 14 0,-2 10 0,-120-28 8,0 0-1,1 1 1,-1-1-1,0 0 1,1 0-1,-1 0 1,0 0-1,1 0 1,-1 0-1,0 0 1,1-1-1,-1 1 1,0 0-1,1-1 1,0 0-1,-1 0-44,-1 1 0,0 0 0,1-1-1,-1 1 1,0-1 0,1 1 0,-1-1 0,0 1 0,0-1 0,0 1 0,1-1-1,-1 1 1,0-1 0,0 0 0,0 1 0,0-1 0,0 1 0,0-1 0,0 1-1,0-1 1,0 1 0,0-1 0,-1 1 0,1-1 0,0 1 0,0-1 0,0 0-1,-1 1 1,1 0 0,0-1 0,-1 1 0,1-1 0,0 1 0,-1-1 0,1 1-1,0 0 1,-1-1 0,1 1 0,-1-1 0,-6-6-6789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11.82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752 1 24575,'-2'3'0,"1"0"0,0 0 0,-1 0 0,0 0 0,1 0 0,-1 0 0,0-1 0,-1 1 0,1 0 0,0-1 0,-5 3 0,-2 5 0,-268 306 0,160-196 0,85-89 0,29-29 0,0 1 0,-1-1 0,1 0 0,-1 1 0,1-2 0,-1 1 0,0 0 0,1-1 0,-1 1 0,0-1 0,0 0 0,0-1 0,0 1 0,0-1 0,-5 1 0,-8-2 0,1 0 0,-26-5 0,-9-1 0,-49 7 0,346 12 0,-229-10-119,-2-1-130,1 0-1,-1 2 1,1 0 0,24 8 0,-31-7-6577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13.18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44 0 24575,'0'2'0,"0"4"0,-2 3 0,-1 2 0,-3-1 0,1 3 0,-3 0 0,2-1 0,0 0 0,3 1 0,0 0 0,2 1 0,1-3-8191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17.14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83 24575,'230'0'0,"-242"0"0,0 0 0,0 1 0,0 1 0,0 0 0,0 0 0,0 1 0,1 1 0,-1-1 0,-13 8 0,25-10 0,-1-1 0,1 0 0,-1 0 0,1 1 0,0-1 0,-1 0 0,1 1 0,0-1 0,-1 1 0,1-1 0,0 0 0,-1 1 0,1-1 0,0 1 0,0-1 0,0 1 0,-1-1 0,1 1 0,0-1 0,0 1 0,0-1 0,0 1 0,0-1 0,0 1 0,0-1 0,0 1 0,0-1 0,0 1 0,0-1 0,0 2 0,13 12 0,22 5 0,-35-19 0,10 4 0,-1 0 0,0 0 0,-1 1 0,1 0 0,-1 0 0,0 1 0,0 0 0,-1 1 0,0 0 0,0 0 0,0 0 0,-1 1 0,0 0 0,-1 0 0,1 0 0,-2 1 0,1 0 0,5 16 0,-4-12 0,1 1 0,1-1 0,0 0 0,1-1 0,0 0 0,17 16 0,-26-27 0,0-1 0,0 0 0,1 0 0,-1 1 0,0-1 0,0 0 0,0 0 0,1 1 0,-1-1 0,0 0 0,0 0 0,0 0 0,1 0 0,-1 1 0,0-1 0,0 0 0,1 0 0,-1 0 0,0 0 0,1 0 0,-1 0 0,0 0 0,0 0 0,1 1 0,-1-1 0,0 0 0,1 0 0,-1 0 0,0-1 0,0 1 0,1 0 0,-1 0 0,0 0 0,1 0 0,-1 0 0,0 0 0,0 0 0,1 0 0,-1-1 0,0 1 0,5-14 0,-4-24 0,-1 35 0,-8-56 0,5 51 0,1 1 0,1-1 0,0 0 0,0 0 0,0 0 0,1 0 0,0 0 0,1 0 0,-1 0 0,1 0 0,4-13 0,-2 16 0,0 0 0,1 0 0,-1 1 0,1-1 0,0 1 0,0 0 0,0 0 0,0 0 0,1 0 0,0 1 0,0-1 0,0 1 0,0 1 0,0-1 0,10-3 0,13-8 0,-27 14 0,0-1 0,0 1 0,0-1 0,0 1 0,-1-1 0,1 0 0,0 1 0,-1-1 0,1 0 0,0 1 0,-1-1 0,1 0 0,-1 0 0,1 0 0,-1 1 0,1-1 0,-1 0 0,0 0 0,1 0 0,-1 0 0,0 0 0,0 0 0,1 0 0,-1 0 0,0 0 0,0 0 0,-1-1 0,1-1 0,-1 1 0,0-1 0,0 1 0,0 0 0,0-1 0,0 1 0,-1 0 0,1 0 0,0 0 0,-3-3 0,-5-3 0,1-1 0,-1 2 0,-14-11 0,-1 7 0,24 10 0,-1 1 0,1 0 0,0 0 0,-1-1 0,1 1 0,-1 0 0,1 0 0,-1 0 0,1-1 0,0 1 0,-1 0 0,1 0 0,-1 0 0,1 0 0,-1 0 0,1 0 0,-1 0 0,1 0 0,0 0 0,-1 0 0,1 0 0,-1 0 0,1 0 0,-1 0 0,1 0 0,-1 1 0,1-1 0,0 0 0,-1 0 0,1 1 0,-1-1 0,1 0 0,0 0 0,-1 1 0,1-1 0,0 0 0,-1 1 0,1-1 0,0 0 0,0 1 0,-1-1 0,1 1 0,0-1 0,0 0 0,0 1 0,-1-1 0,1 1 0,0-1 0,0 1 0,0 0 0,0 0 0,1 0 0,-1-1 0,1 1 0,-1 0 0,1 0 0,-1 0 0,1-1 0,0 1 0,-1 0 0,1-1 0,0 1 0,0-1 0,-1 1 0,1-1 0,0 1 0,0-1 0,0 1 0,0-1 0,0 0 0,1 1 0,25 6 0,-22-5 0,102 28 0,-36-15 0,-65-17 0,-12-6 0,-12-7 0,-5 0-1365,1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20.00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125 0 24575,'14'120'0,"-13"-109"0,-1 0 0,-1 0 0,1 0 0,-2-1 0,1 1 0,-1 0 0,-5 12 0,6-20 0,-1 1 0,0 0 0,0-1 0,0 1 0,-1-1 0,1 1 0,-1-1 0,0 0 0,0 0 0,0 0 0,0-1 0,0 1 0,-1-1 0,1 1 0,-1-1 0,0 0 0,1-1 0,-1 1 0,0-1 0,0 1 0,-8 0 0,-29 0 0,30-6 0,11 3 0,1 1 0,-1-1 0,1 0 0,-1 0 0,1 1 0,0-1 0,-1 1 0,1-1 0,0 0 0,0 1 0,0-1 0,-1 1 0,1 0 0,0-1 0,0 1 0,0 0 0,0-1 0,1 1 0,7-3 6,0 2 0,0-1 1,0 1-1,0 0 0,1 1 0,-1 0 0,0 0 0,0 1 0,1 0 0,-1 1 0,0 0 0,11 4 1,45 6-1452,-53-11-5381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22.09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32 0 24575,'5'1'0,"-1"0"0,1-1 0,-1 1 0,1 1 0,-1-1 0,1 1 0,-1 0 0,0 0 0,1 0 0,-1 0 0,-1 1 0,1-1 0,0 1 0,0 0 0,-1 1 0,6 6 0,0 0 0,-1 1 0,0 0 0,-1 0 0,10 20 0,0 2 0,-5-9 0,-1 0 0,0 1 0,10 37 0,-9-18 0,-8-32 0,0 1 0,-1 0 0,0 0 0,1 25 0,-3-21 0,-1 0 0,-1 0 0,-1 0 0,0 0 0,-1 0 0,-1 0 0,0-1 0,-1 1 0,-1-1 0,0 0 0,-2-1 0,0 1 0,0-2 0,-1 1 0,-16 18 0,-60 59 0,28-34 0,38-42-1365,11-12-5461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23.25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08:24.59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468 1 24575,'-5'4'0,"-1"1"0,1-1 0,-1 0 0,-1 0 0,-6 3 0,7-5 0,0 1 0,1 1 0,-1-1 0,1 1 0,0 0 0,-7 6 0,-13 15 0,-31 25 0,0-1 0,48-41 0,0-1 0,0 1 0,0 0 0,1 0 0,0 1 0,1-1 0,-10 18 0,-105 178 0,87-152 0,31-47 0,0 0 0,1 1 0,-1 0 0,1-1 0,0 1 0,1 0 0,-1 0 0,1 0 0,1 0 0,-1 0 0,1 0 0,0 0 0,0 0 0,1 1 0,-1-1 0,1 0 0,1 0 0,-1-1 0,5 11 0,0-1 0,1 0 0,1-1 0,0 0 0,1 0 0,0-1 0,14 15 0,-13-19-151,0-1-1,0-1 0,0 1 0,1-2 1,0 0-1,0 0 0,0-1 1,20 6-1,-19-7-6674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10:46.1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1228 0 24341,'-1227'42'0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8:11:29.35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75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4170-CAFC-937B-2D48-F9BFC1D8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A6295-15BE-C953-2431-E8F7D1BA9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C48DF-8039-4488-346F-3AACD033E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FF136-8599-F812-B498-F51BA0EC8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5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iedvision.com/en/products/area-scan-cameras/prosilica-gt/view/102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docs.baslerweb.com/c11-1220-12m-p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9.xml"/><Relationship Id="rId34" Type="http://schemas.openxmlformats.org/officeDocument/2006/relationships/customXml" Target="../ink/ink16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customXml" Target="../ink/ink2.xml"/><Relationship Id="rId2" Type="http://schemas.openxmlformats.org/officeDocument/2006/relationships/image" Target="../media/image2.emf"/><Relationship Id="rId16" Type="http://schemas.openxmlformats.org/officeDocument/2006/relationships/image" Target="../media/image9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3.png"/><Relationship Id="rId32" Type="http://schemas.openxmlformats.org/officeDocument/2006/relationships/customXml" Target="../ink/ink15.xml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image" Target="../media/image26.png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22.png"/><Relationship Id="rId52" Type="http://schemas.openxmlformats.org/officeDocument/2006/relationships/customXml" Target="../ink/ink26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8" Type="http://schemas.openxmlformats.org/officeDocument/2006/relationships/image" Target="../media/image5.png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image" Target="../media/image17.png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1417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5240" y="1417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92440" y="1417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49640" y="1417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06840" y="1417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64040" y="1417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21240" y="1417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378440" y="1417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5640" y="1417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78040" y="1874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5240" y="1874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92440" y="1874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49640" y="1874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06840" y="1874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64040" y="1874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921240" y="1874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378440" y="1874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835640" y="1874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78040" y="23317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23317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92440" y="23317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9640" y="23317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06840" y="23317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464040" y="23317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21240" y="23317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378440" y="23317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835640" y="23317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78040" y="27889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35240" y="27889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2440" y="27889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49640" y="27889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06840" y="27889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64040" y="27889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921240" y="27889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378440" y="27889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835640" y="27889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78040" y="32461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35240" y="32461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92440" y="32461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49640" y="32461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006840" y="32461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464040" y="32461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921240" y="32461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378440" y="32461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835640" y="32461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178040" y="3703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635240" y="3703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092440" y="3703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549640" y="3703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006840" y="3703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464040" y="3703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921240" y="3703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378440" y="37033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835640" y="37033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178040" y="4160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635240" y="4160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92440" y="4160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549640" y="4160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006840" y="4160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464040" y="4160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921240" y="4160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378440" y="4160520"/>
            <a:ext cx="457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835640" y="4160520"/>
            <a:ext cx="457200" cy="457200"/>
          </a:xfrm>
          <a:prstGeom prst="rect">
            <a:avLst/>
          </a:prstGeom>
          <a:solidFill>
            <a:srgbClr val="0E0E0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5940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0512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084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656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228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8800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3372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794492" y="1833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5940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0512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5084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9656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94228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8800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3372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794492" y="22905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5940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0512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5084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9656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4228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8800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3372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0794492" y="27477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5940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0512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5084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9656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4228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8800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03372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794492" y="32049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5940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0512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5084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9656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4228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8800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3372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0794492" y="36621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5940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0512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5084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9656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4228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98800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3372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794492" y="4119372"/>
            <a:ext cx="82296" cy="82296"/>
          </a:xfrm>
          <a:prstGeom prst="ellipse">
            <a:avLst/>
          </a:prstGeom>
          <a:solidFill>
            <a:srgbClr val="C81E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</a:t>
            </a:r>
            <a:endParaRPr lang="en-US" sz="1400" dirty="0"/>
          </a:p>
        </p:txBody>
      </p:sp>
      <p:sp>
        <p:nvSpPr>
          <p:cNvPr id="114" name="Text 112"/>
          <p:cNvSpPr/>
          <p:nvPr/>
        </p:nvSpPr>
        <p:spPr>
          <a:xfrm>
            <a:off x="594360" y="201168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Checkerboard Tabanlı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Kamera Kalibrasyonu</a:t>
            </a:r>
            <a:endParaRPr lang="en-US" sz="4000" dirty="0"/>
          </a:p>
        </p:txBody>
      </p:sp>
      <p:sp>
        <p:nvSpPr>
          <p:cNvPr id="115" name="Text 113"/>
          <p:cNvSpPr/>
          <p:nvPr/>
        </p:nvSpPr>
        <p:spPr>
          <a:xfrm>
            <a:off x="640080" y="37947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Yöntemi ile Kamera İçsel Parametre Kestirimi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640080" y="42245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Tracker Optik Kalibrasyonu — İki Aşamalı Stratejinin 1. Aşaması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658368" y="5074920"/>
            <a:ext cx="27432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640080" y="5212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Ekin &amp; Ece &amp; Yakup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640080" y="5486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 2026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  —  Checkerboard Tabanlı Kamera Kalibrasyonu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Checkerboard ile Başladık?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Kameranın matematiksel “kimlik kartı” olmadan star tracker çalışamaz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tracker, yıldızların piksel konumlarından uydunun yönelimini (attitude) hesaplar; bu dönüşüm doğrudan kameranın </a:t>
            </a: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fx, fy, cx, cy ve distorsiyon katsayılarına </a:t>
            </a: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dayanır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3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80567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parametreleri doğrudan ölçecek bir </a:t>
            </a: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yoktur</a:t>
            </a:r>
            <a:r>
              <a:rPr lang="tr-TR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</a:t>
            </a: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eometrisi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baştan bilinen bir referans nesnenin görüntülerinden </a:t>
            </a: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geriye doğru çözülmesi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gerekir.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559676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Checkerboard: kare boyutu bilinen, düzlemsel, ucuz ve literatürde en yaygın klasik yöntem (Zhang, 2000) — hızlı ve standart bir ilk tahmin sağlar.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37176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837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5494" y="4489704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aşamalı stratejinin 1. adımı: burada elde edilen kaba tahmin, sonraki gimbal + lazer taramasıyla çapraz </a:t>
            </a: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doğrulanacak bir başlangıç noktas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 oluşturur.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52360" y="50749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51755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bilinmeyen parametre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80960" y="5468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fx, fy, cx, cy, k1, k2, p1, p2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  —  Checkerboard Tabanlı Kamera Kalibrasyonu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FAAA64-C63C-929F-10BB-807EE3413B7E}"/>
              </a:ext>
            </a:extLst>
          </p:cNvPr>
          <p:cNvSpPr txBox="1"/>
          <p:nvPr/>
        </p:nvSpPr>
        <p:spPr>
          <a:xfrm>
            <a:off x="345233" y="5287331"/>
            <a:ext cx="6097554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sv-SE" sz="1400" u="sng" dirty="0"/>
              <a:t>Kamera:</a:t>
            </a:r>
            <a:r>
              <a:rPr lang="sv-SE" sz="1400" dirty="0"/>
              <a:t> Prosilica GT2050 (CMV4000 CMOS) (</a:t>
            </a:r>
            <a:r>
              <a:rPr lang="sv-SE" sz="1400" dirty="0">
                <a:hlinkClick r:id="rId3"/>
              </a:rPr>
              <a:t>prosilica-GT2050</a:t>
            </a:r>
            <a:r>
              <a:rPr lang="sv-SE" sz="14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sv-SE" sz="1400" dirty="0">
                <a:highlight>
                  <a:srgbClr val="FFFF00"/>
                </a:highlight>
              </a:rPr>
              <a:t>5.5 µm piksel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sv-SE" sz="1400" u="sng" dirty="0"/>
              <a:t>Lens:</a:t>
            </a:r>
            <a:r>
              <a:rPr lang="sv-SE" sz="1400" dirty="0"/>
              <a:t> Basler C11-1220-12M-P (</a:t>
            </a:r>
            <a:r>
              <a:rPr lang="sv-SE" sz="1400" dirty="0">
                <a:hlinkClick r:id="rId4"/>
              </a:rPr>
              <a:t>c11-1220-12m-p</a:t>
            </a:r>
            <a:r>
              <a:rPr lang="sv-SE" sz="14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sv-SE" sz="1400" dirty="0"/>
              <a:t> </a:t>
            </a:r>
            <a:r>
              <a:rPr lang="sv-SE" sz="1400" dirty="0">
                <a:highlight>
                  <a:srgbClr val="FFFF00"/>
                </a:highlight>
              </a:rPr>
              <a:t>f = 12.39 mm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92E536-E03C-28C6-7891-1B478D822419}"/>
              </a:ext>
            </a:extLst>
          </p:cNvPr>
          <p:cNvSpPr txBox="1"/>
          <p:nvPr/>
        </p:nvSpPr>
        <p:spPr>
          <a:xfrm>
            <a:off x="4141112" y="5803967"/>
            <a:ext cx="3330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Fx</a:t>
            </a:r>
            <a:r>
              <a:rPr lang="tr-TR" dirty="0"/>
              <a:t>=</a:t>
            </a:r>
            <a:r>
              <a:rPr lang="tr-TR" dirty="0" err="1"/>
              <a:t>Fy</a:t>
            </a:r>
            <a:r>
              <a:rPr lang="tr-TR" dirty="0"/>
              <a:t>=f/</a:t>
            </a:r>
            <a:r>
              <a:rPr lang="tr-TR" dirty="0" err="1"/>
              <a:t>sx</a:t>
            </a:r>
            <a:r>
              <a:rPr lang="tr-TR" dirty="0"/>
              <a:t>=</a:t>
            </a:r>
            <a:r>
              <a:rPr lang="tr-TR" dirty="0" err="1"/>
              <a:t>sy</a:t>
            </a:r>
            <a:r>
              <a:rPr lang="tr-TR" dirty="0"/>
              <a:t>=12.39</a:t>
            </a:r>
            <a:r>
              <a:rPr lang="sv-SE" dirty="0"/>
              <a:t> mm </a:t>
            </a:r>
            <a:r>
              <a:rPr lang="tr-TR" dirty="0"/>
              <a:t>/5.5</a:t>
            </a:r>
            <a:r>
              <a:rPr lang="sv-SE" dirty="0"/>
              <a:t> µm</a:t>
            </a:r>
            <a:r>
              <a:rPr lang="tr-TR" dirty="0"/>
              <a:t>= </a:t>
            </a:r>
            <a:r>
              <a:rPr lang="tr-TR" dirty="0">
                <a:highlight>
                  <a:srgbClr val="00FFFF"/>
                </a:highlight>
              </a:rPr>
              <a:t>2252.73</a:t>
            </a:r>
          </a:p>
          <a:p>
            <a:r>
              <a:rPr lang="tr-TR" dirty="0"/>
              <a:t>cx,=</a:t>
            </a:r>
            <a:r>
              <a:rPr lang="tr-TR" dirty="0" err="1"/>
              <a:t>cy</a:t>
            </a:r>
            <a:r>
              <a:rPr lang="tr-TR" dirty="0"/>
              <a:t>=</a:t>
            </a:r>
            <a:r>
              <a:rPr lang="tr-TR" dirty="0">
                <a:highlight>
                  <a:srgbClr val="00FFFF"/>
                </a:highlight>
              </a:rPr>
              <a:t>1024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D5B980-A978-0BB1-30E7-2E488BFA2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557" y="1252728"/>
            <a:ext cx="4443984" cy="333298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88128-E4F6-57F3-435E-E1BBC0D0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508634"/>
            <a:ext cx="7417092" cy="5840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EB7F55-6764-17AD-5D05-B41F243CA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316" y="300941"/>
            <a:ext cx="4170744" cy="3128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45B219-CFC0-D199-E9E0-5575D16A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12" t="32911" r="26547" b="28945"/>
          <a:stretch>
            <a:fillRect/>
          </a:stretch>
        </p:blipFill>
        <p:spPr>
          <a:xfrm>
            <a:off x="8491814" y="4417472"/>
            <a:ext cx="3221765" cy="213958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3029DD-A529-5546-27AB-8525C10F737E}"/>
              </a:ext>
            </a:extLst>
          </p:cNvPr>
          <p:cNvCxnSpPr/>
          <p:nvPr/>
        </p:nvCxnSpPr>
        <p:spPr>
          <a:xfrm>
            <a:off x="7739316" y="195072"/>
            <a:ext cx="520764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E0922D-3B12-D9C1-E3FB-9645C8F4FE92}"/>
                  </a:ext>
                </a:extLst>
              </p14:cNvPr>
              <p14:cNvContentPartPr/>
              <p14:nvPr/>
            </p14:nvContentPartPr>
            <p14:xfrm>
              <a:off x="2645616" y="1461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E0922D-3B12-D9C1-E3FB-9645C8F4FE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9496" y="140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939580-C092-B4CC-E8BE-78CBF6A1EA0A}"/>
                  </a:ext>
                </a:extLst>
              </p14:cNvPr>
              <p14:cNvContentPartPr/>
              <p14:nvPr/>
            </p14:nvContentPartPr>
            <p14:xfrm>
              <a:off x="389880" y="1176120"/>
              <a:ext cx="549000" cy="6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939580-C092-B4CC-E8BE-78CBF6A1EA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760" y="1170000"/>
                <a:ext cx="5612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D334A8-0337-7520-FCDD-9E7150D09F4D}"/>
                  </a:ext>
                </a:extLst>
              </p14:cNvPr>
              <p14:cNvContentPartPr/>
              <p14:nvPr/>
            </p14:nvContentPartPr>
            <p14:xfrm>
              <a:off x="7697140" y="236980"/>
              <a:ext cx="83880" cy="116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D334A8-0337-7520-FCDD-9E7150D09F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1020" y="230860"/>
                <a:ext cx="961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B645D35-6498-AD1F-27B6-296431FA2A20}"/>
                  </a:ext>
                </a:extLst>
              </p14:cNvPr>
              <p14:cNvContentPartPr/>
              <p14:nvPr/>
            </p14:nvContentPartPr>
            <p14:xfrm>
              <a:off x="9815312" y="92630"/>
              <a:ext cx="720" cy="5580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B645D35-6498-AD1F-27B6-296431FA2A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03072" y="86510"/>
                <a:ext cx="25200" cy="55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19E89C-4BEA-6FE7-0DDB-F3E707318ECF}"/>
                  </a:ext>
                </a:extLst>
              </p14:cNvPr>
              <p14:cNvContentPartPr/>
              <p14:nvPr/>
            </p14:nvContentPartPr>
            <p14:xfrm>
              <a:off x="10009608" y="4040784"/>
              <a:ext cx="208800" cy="7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19E89C-4BEA-6FE7-0DDB-F3E707318E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03488" y="4034664"/>
                <a:ext cx="2210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6FC607A-D760-4580-AF85-D26EE71669F9}"/>
                  </a:ext>
                </a:extLst>
              </p14:cNvPr>
              <p14:cNvContentPartPr/>
              <p14:nvPr/>
            </p14:nvContentPartPr>
            <p14:xfrm>
              <a:off x="7940620" y="5577760"/>
              <a:ext cx="419652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6FC607A-D760-4580-AF85-D26EE71669F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34500" y="5565520"/>
                <a:ext cx="42087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F514702-66AA-2E83-C312-5EB7E63BC1E0}"/>
              </a:ext>
            </a:extLst>
          </p:cNvPr>
          <p:cNvGrpSpPr/>
          <p:nvPr/>
        </p:nvGrpSpPr>
        <p:grpSpPr>
          <a:xfrm>
            <a:off x="9882360" y="3853800"/>
            <a:ext cx="232560" cy="325080"/>
            <a:chOff x="9882360" y="3853800"/>
            <a:chExt cx="23256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D1452D-8441-3CD0-8208-D20F1B87B462}"/>
                    </a:ext>
                  </a:extLst>
                </p14:cNvPr>
                <p14:cNvContentPartPr/>
                <p14:nvPr/>
              </p14:nvContentPartPr>
              <p14:xfrm>
                <a:off x="9882360" y="3853800"/>
                <a:ext cx="232560" cy="325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D1452D-8441-3CD0-8208-D20F1B87B4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6240" y="3847680"/>
                  <a:ext cx="244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BB5284-40FE-4C71-10A4-9CE46FC95586}"/>
                    </a:ext>
                  </a:extLst>
                </p14:cNvPr>
                <p14:cNvContentPartPr/>
                <p14:nvPr/>
              </p14:nvContentPartPr>
              <p14:xfrm>
                <a:off x="9943920" y="4046040"/>
                <a:ext cx="75960" cy="2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BB5284-40FE-4C71-10A4-9CE46FC9558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37800" y="4039920"/>
                  <a:ext cx="882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FB460F-765C-D9C1-ECA2-44CAA93EB583}"/>
              </a:ext>
            </a:extLst>
          </p:cNvPr>
          <p:cNvGrpSpPr/>
          <p:nvPr/>
        </p:nvGrpSpPr>
        <p:grpSpPr>
          <a:xfrm>
            <a:off x="7990700" y="5280400"/>
            <a:ext cx="170280" cy="218880"/>
            <a:chOff x="7970400" y="5326200"/>
            <a:chExt cx="17028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119A0D-A307-DC9E-7199-796FB2E70312}"/>
                    </a:ext>
                  </a:extLst>
                </p14:cNvPr>
                <p14:cNvContentPartPr/>
                <p14:nvPr/>
              </p14:nvContentPartPr>
              <p14:xfrm>
                <a:off x="7970400" y="5349240"/>
                <a:ext cx="170280" cy="19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119A0D-A307-DC9E-7199-796FB2E703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64280" y="5342760"/>
                  <a:ext cx="182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2087F6-F8F9-94BD-6478-B122A890E169}"/>
                    </a:ext>
                  </a:extLst>
                </p14:cNvPr>
                <p14:cNvContentPartPr/>
                <p14:nvPr/>
              </p14:nvContentPartPr>
              <p14:xfrm>
                <a:off x="7987320" y="5326200"/>
                <a:ext cx="12024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2087F6-F8F9-94BD-6478-B122A890E1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81200" y="5320080"/>
                  <a:ext cx="13248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E271E3D-9154-29AB-2710-DB58C2E1C20D}"/>
                  </a:ext>
                </a:extLst>
              </p14:cNvPr>
              <p14:cNvContentPartPr/>
              <p14:nvPr/>
            </p14:nvContentPartPr>
            <p14:xfrm>
              <a:off x="8663760" y="5592600"/>
              <a:ext cx="1166400" cy="930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E271E3D-9154-29AB-2710-DB58C2E1C20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57640" y="5586480"/>
                <a:ext cx="1178640" cy="9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87BF2E-1038-EBAD-5E2C-08DF4DB31C68}"/>
                  </a:ext>
                </a:extLst>
              </p14:cNvPr>
              <p14:cNvContentPartPr/>
              <p14:nvPr/>
            </p14:nvContentPartPr>
            <p14:xfrm>
              <a:off x="10881330" y="603504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87BF2E-1038-EBAD-5E2C-08DF4DB31C6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875210" y="602856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ABF749B-5FD5-E873-433B-C6062FF7B665}"/>
              </a:ext>
            </a:extLst>
          </p:cNvPr>
          <p:cNvGrpSpPr/>
          <p:nvPr/>
        </p:nvGrpSpPr>
        <p:grpSpPr>
          <a:xfrm>
            <a:off x="9487050" y="5563260"/>
            <a:ext cx="167760" cy="155880"/>
            <a:chOff x="9487050" y="5563260"/>
            <a:chExt cx="16776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113369-06CA-585B-7D20-0AA17374D224}"/>
                    </a:ext>
                  </a:extLst>
                </p14:cNvPr>
                <p14:cNvContentPartPr/>
                <p14:nvPr/>
              </p14:nvContentPartPr>
              <p14:xfrm>
                <a:off x="9487050" y="5563260"/>
                <a:ext cx="167760" cy="155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113369-06CA-585B-7D20-0AA17374D22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80930" y="5557140"/>
                  <a:ext cx="180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F50E8E-FE79-7BA8-4E31-3A81BFF2FAC8}"/>
                    </a:ext>
                  </a:extLst>
                </p14:cNvPr>
                <p14:cNvContentPartPr/>
                <p14:nvPr/>
              </p14:nvContentPartPr>
              <p14:xfrm>
                <a:off x="9638970" y="56464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F50E8E-FE79-7BA8-4E31-3A81BFF2FAC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2850" y="56399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27E58D-EB9C-6816-BF98-B2D6849DD114}"/>
              </a:ext>
            </a:extLst>
          </p:cNvPr>
          <p:cNvGrpSpPr/>
          <p:nvPr/>
        </p:nvGrpSpPr>
        <p:grpSpPr>
          <a:xfrm>
            <a:off x="9806730" y="5371020"/>
            <a:ext cx="147240" cy="208800"/>
            <a:chOff x="9806730" y="5371020"/>
            <a:chExt cx="14724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037CCB-CE90-28F1-B7E6-0322BF186DEF}"/>
                    </a:ext>
                  </a:extLst>
                </p14:cNvPr>
                <p14:cNvContentPartPr/>
                <p14:nvPr/>
              </p14:nvContentPartPr>
              <p14:xfrm>
                <a:off x="9806730" y="5371020"/>
                <a:ext cx="147240" cy="20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037CCB-CE90-28F1-B7E6-0322BF186D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00610" y="5364900"/>
                  <a:ext cx="159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65E7C7-B149-FABA-7D42-06304B104DD8}"/>
                    </a:ext>
                  </a:extLst>
                </p14:cNvPr>
                <p14:cNvContentPartPr/>
                <p14:nvPr/>
              </p14:nvContentPartPr>
              <p14:xfrm>
                <a:off x="9875490" y="5497740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65E7C7-B149-FABA-7D42-06304B104D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69370" y="54916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7498DF1-4BEF-AC44-6571-E8446F87A4FB}"/>
                  </a:ext>
                </a:extLst>
              </p14:cNvPr>
              <p14:cNvContentPartPr/>
              <p14:nvPr/>
            </p14:nvContentPartPr>
            <p14:xfrm>
              <a:off x="8530530" y="6298740"/>
              <a:ext cx="123120" cy="193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7498DF1-4BEF-AC44-6571-E8446F87A4F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524410" y="6292620"/>
                <a:ext cx="13536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48D1FF8-DB24-3801-4AFE-453B8974FB11}"/>
              </a:ext>
            </a:extLst>
          </p:cNvPr>
          <p:cNvGrpSpPr/>
          <p:nvPr/>
        </p:nvGrpSpPr>
        <p:grpSpPr>
          <a:xfrm>
            <a:off x="7334600" y="365520"/>
            <a:ext cx="834840" cy="346320"/>
            <a:chOff x="7334600" y="365520"/>
            <a:chExt cx="8348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5829C79-807D-9CE1-18A9-D33247176233}"/>
                    </a:ext>
                  </a:extLst>
                </p14:cNvPr>
                <p14:cNvContentPartPr/>
                <p14:nvPr/>
              </p14:nvContentPartPr>
              <p14:xfrm>
                <a:off x="7558880" y="381000"/>
                <a:ext cx="254520" cy="207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5829C79-807D-9CE1-18A9-D332471762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52760" y="374520"/>
                  <a:ext cx="266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BA501A-F229-8393-DAC1-17BE914E8147}"/>
                    </a:ext>
                  </a:extLst>
                </p14:cNvPr>
                <p14:cNvContentPartPr/>
                <p14:nvPr/>
              </p14:nvContentPartPr>
              <p14:xfrm>
                <a:off x="7430720" y="406200"/>
                <a:ext cx="270720" cy="201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BA501A-F229-8393-DAC1-17BE914E81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24600" y="400080"/>
                  <a:ext cx="282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25A872-DB60-CA58-2F1F-D73E484482C2}"/>
                    </a:ext>
                  </a:extLst>
                </p14:cNvPr>
                <p14:cNvContentPartPr/>
                <p14:nvPr/>
              </p14:nvContentPartPr>
              <p14:xfrm>
                <a:off x="7858040" y="563880"/>
                <a:ext cx="16200" cy="50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25A872-DB60-CA58-2F1F-D73E484482C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51920" y="557400"/>
                  <a:ext cx="28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5BF0777-B952-8AB3-489E-75DB608AEF17}"/>
                    </a:ext>
                  </a:extLst>
                </p14:cNvPr>
                <p14:cNvContentPartPr/>
                <p14:nvPr/>
              </p14:nvContentPartPr>
              <p14:xfrm>
                <a:off x="7868840" y="401880"/>
                <a:ext cx="217800" cy="147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5BF0777-B952-8AB3-489E-75DB608AEF1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62720" y="395760"/>
                  <a:ext cx="230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649FD8-3641-F938-3A6E-0F27D1CC166F}"/>
                    </a:ext>
                  </a:extLst>
                </p14:cNvPr>
                <p14:cNvContentPartPr/>
                <p14:nvPr/>
              </p14:nvContentPartPr>
              <p14:xfrm>
                <a:off x="7950920" y="563880"/>
                <a:ext cx="80280" cy="10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649FD8-3641-F938-3A6E-0F27D1CC16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4800" y="557400"/>
                  <a:ext cx="92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5D0B4C-D14F-FCB9-A024-3E9C3D219B0E}"/>
                    </a:ext>
                  </a:extLst>
                </p14:cNvPr>
                <p14:cNvContentPartPr/>
                <p14:nvPr/>
              </p14:nvContentPartPr>
              <p14:xfrm>
                <a:off x="8075840" y="401160"/>
                <a:ext cx="93600" cy="310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5D0B4C-D14F-FCB9-A024-3E9C3D219B0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69720" y="395040"/>
                  <a:ext cx="105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8B42906-75CD-7812-CE36-0EBA789C8536}"/>
                    </a:ext>
                  </a:extLst>
                </p14:cNvPr>
                <p14:cNvContentPartPr/>
                <p14:nvPr/>
              </p14:nvContentPartPr>
              <p14:xfrm>
                <a:off x="7503080" y="365520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8B42906-75CD-7812-CE36-0EBA789C85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6960" y="3594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ACF9025-21E5-1865-AA8B-609C5398AB59}"/>
                    </a:ext>
                  </a:extLst>
                </p14:cNvPr>
                <p14:cNvContentPartPr/>
                <p14:nvPr/>
              </p14:nvContentPartPr>
              <p14:xfrm>
                <a:off x="7334600" y="365520"/>
                <a:ext cx="168840" cy="29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ACF9025-21E5-1865-AA8B-609C5398AB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28480" y="359400"/>
                  <a:ext cx="18108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BF2D497-A2B7-A5B5-4BFB-10BEA78809D0}"/>
                  </a:ext>
                </a:extLst>
              </p14:cNvPr>
              <p14:cNvContentPartPr/>
              <p14:nvPr/>
            </p14:nvContentPartPr>
            <p14:xfrm>
              <a:off x="426420" y="1706760"/>
              <a:ext cx="442080" cy="15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BF2D497-A2B7-A5B5-4BFB-10BEA78809D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0300" y="1700280"/>
                <a:ext cx="4543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536D816-9BA8-EC23-BBC8-D4C2504651A3}"/>
                  </a:ext>
                </a:extLst>
              </p14:cNvPr>
              <p14:cNvContentPartPr/>
              <p14:nvPr/>
            </p14:nvContentPartPr>
            <p14:xfrm>
              <a:off x="3728600" y="2103040"/>
              <a:ext cx="360" cy="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536D816-9BA8-EC23-BBC8-D4C2504651A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22480" y="20969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2EF92-EC17-1BE4-F172-208B62E2C00C}"/>
              </a:ext>
            </a:extLst>
          </p:cNvPr>
          <p:cNvPicPr>
            <a:picLocks noChangeAspect="1"/>
          </p:cNvPicPr>
          <p:nvPr/>
        </p:nvPicPr>
        <p:blipFill>
          <a:blip r:embed="rId55">
            <a:alphaModFix amt="35000"/>
          </a:blip>
          <a:stretch>
            <a:fillRect/>
          </a:stretch>
        </p:blipFill>
        <p:spPr>
          <a:xfrm>
            <a:off x="8933461" y="5232167"/>
            <a:ext cx="1482113" cy="99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D22FB-3E4E-A179-A3A8-3D5DA07D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8"/>
            <a:ext cx="12192529" cy="685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0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003BB-947A-A4D4-CA99-B47A74EE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8" y="0"/>
            <a:ext cx="12192528" cy="68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743D9A-F918-2D7A-6CA8-849B1336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0"/>
            <a:ext cx="10804849" cy="6842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1079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0FB7D-5735-8029-6C60-201EF08A0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96597"/>
            <a:ext cx="4169663" cy="3179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68061C-B06F-804A-BE3D-7A7CE2B5F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93" y="1322954"/>
            <a:ext cx="6731338" cy="5132644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198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0B0D4-D00C-ECC3-1B4A-6BF1F58C4FC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Bilgisayar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Ekranından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Yansıtılan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Checkerboard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F3BC0-1AF0-CD56-760F-E6F018C0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61" y="1709933"/>
            <a:ext cx="10905066" cy="24809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75D1F0-7D40-E3F3-B4BD-27F7216079C9}"/>
              </a:ext>
            </a:extLst>
          </p:cNvPr>
          <p:cNvSpPr txBox="1"/>
          <p:nvPr/>
        </p:nvSpPr>
        <p:spPr>
          <a:xfrm>
            <a:off x="902736" y="4512465"/>
            <a:ext cx="83998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Merkezden</a:t>
            </a:r>
            <a:r>
              <a:rPr lang="en-US" dirty="0"/>
              <a:t> </a:t>
            </a:r>
            <a:r>
              <a:rPr lang="en-US" dirty="0" err="1"/>
              <a:t>Sapma</a:t>
            </a:r>
            <a:r>
              <a:rPr lang="en-US" dirty="0"/>
              <a:t> </a:t>
            </a:r>
            <a:r>
              <a:rPr lang="en-US" dirty="0" err="1"/>
              <a:t>Hesabı</a:t>
            </a:r>
            <a:endParaRPr lang="en-US" dirty="0"/>
          </a:p>
          <a:p>
            <a:r>
              <a:rPr lang="el-GR" b="1" dirty="0"/>
              <a:t>Δ</a:t>
            </a:r>
            <a:r>
              <a:rPr lang="en-US" b="1" dirty="0"/>
              <a:t>x = cx – 1024</a:t>
            </a:r>
          </a:p>
          <a:p>
            <a:r>
              <a:rPr lang="el-GR" b="1" dirty="0"/>
              <a:t>Δ</a:t>
            </a:r>
            <a:r>
              <a:rPr lang="en-US" b="1" dirty="0"/>
              <a:t>y = cy − 1024</a:t>
            </a:r>
          </a:p>
          <a:p>
            <a:r>
              <a:rPr lang="en-US" b="1" dirty="0">
                <a:highlight>
                  <a:srgbClr val="FFFF00"/>
                </a:highlight>
              </a:rPr>
              <a:t>d = √(</a:t>
            </a:r>
            <a:r>
              <a:rPr lang="el-GR" b="1" dirty="0">
                <a:highlight>
                  <a:srgbClr val="FFFF00"/>
                </a:highlight>
              </a:rPr>
              <a:t>Δ</a:t>
            </a:r>
            <a:r>
              <a:rPr lang="en-US" b="1" dirty="0">
                <a:highlight>
                  <a:srgbClr val="FFFF00"/>
                </a:highlight>
              </a:rPr>
              <a:t>x² + </a:t>
            </a:r>
            <a:r>
              <a:rPr lang="el-GR" b="1" dirty="0">
                <a:highlight>
                  <a:srgbClr val="FFFF00"/>
                </a:highlight>
              </a:rPr>
              <a:t>Δ</a:t>
            </a:r>
            <a:r>
              <a:rPr lang="en-US" b="1" dirty="0">
                <a:highlight>
                  <a:srgbClr val="FFFF00"/>
                </a:highlight>
              </a:rPr>
              <a:t>y²)</a:t>
            </a:r>
          </a:p>
          <a:p>
            <a:r>
              <a:rPr lang="en-US" dirty="0" err="1"/>
              <a:t>Buradaki</a:t>
            </a:r>
            <a:r>
              <a:rPr lang="en-US" dirty="0"/>
              <a:t> d </a:t>
            </a:r>
            <a:r>
              <a:rPr lang="en-US" dirty="0" err="1"/>
              <a:t>değeri</a:t>
            </a:r>
            <a:r>
              <a:rPr lang="en-US" dirty="0"/>
              <a:t>, </a:t>
            </a:r>
            <a:r>
              <a:rPr lang="en-US" dirty="0" err="1"/>
              <a:t>hesaplanan</a:t>
            </a:r>
            <a:r>
              <a:rPr lang="en-US" dirty="0"/>
              <a:t> </a:t>
            </a:r>
            <a:r>
              <a:rPr lang="en-US" dirty="0" err="1"/>
              <a:t>optik</a:t>
            </a:r>
            <a:r>
              <a:rPr lang="en-US" dirty="0"/>
              <a:t> </a:t>
            </a:r>
            <a:r>
              <a:rPr lang="en-US" dirty="0" err="1"/>
              <a:t>merkezin</a:t>
            </a:r>
            <a:r>
              <a:rPr lang="en-US" dirty="0"/>
              <a:t> nominal </a:t>
            </a:r>
            <a:r>
              <a:rPr lang="en-US" dirty="0" err="1"/>
              <a:t>görüntü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cinsinden</a:t>
            </a:r>
            <a:r>
              <a:rPr lang="en-US" dirty="0"/>
              <a:t> </a:t>
            </a:r>
            <a:r>
              <a:rPr lang="en-US" dirty="0" err="1"/>
              <a:t>uzaklığıdır</a:t>
            </a:r>
            <a:r>
              <a:rPr lang="en-US" dirty="0"/>
              <a:t>;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dirty="0" err="1"/>
              <a:t>kalibrasyon</a:t>
            </a:r>
            <a:r>
              <a:rPr lang="en-US" dirty="0"/>
              <a:t> </a:t>
            </a:r>
            <a:r>
              <a:rPr lang="en-US" dirty="0" err="1"/>
              <a:t>doğruluğu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gelmez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08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5AE1A-238C-7EFE-5891-12C8E26E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9A079E-996F-7725-D9EA-1AB2ADB26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660EF-1668-3EEE-F474-479B06FE9CB9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tr-TR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A4 Kağıda Basılı </a:t>
            </a:r>
            <a:r>
              <a:rPr lang="tr-TR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Checkerboard</a:t>
            </a:r>
            <a:endParaRPr lang="en-US" sz="3200" b="1" kern="12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01B9EC-5CE0-7553-0E4C-4AAE25852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82" y="2294781"/>
            <a:ext cx="10566836" cy="24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6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11A6A-E756-60CE-3962-F85B82C6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AB7047F-2DD3-74B6-91D4-245512EA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C061F-BE44-E478-A5A5-6EBC820BE040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tr-TR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Telefon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Ekranından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Yansıtılan</a:t>
            </a:r>
            <a:r>
              <a:rPr lang="en-US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Checkerboard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EC48D1-B802-E3A1-B34E-711341A5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14" y="2415512"/>
            <a:ext cx="10629559" cy="20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2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6ADFB-D51F-795B-D952-A56C0D3B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9D2B1F2-E331-61BD-E0B7-7EF441FEC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227A9-1860-2142-AE29-3163CE6CDAF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tr-TR" sz="3200" b="1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Ortamların Karşılaştırılması</a:t>
            </a:r>
            <a:endParaRPr lang="en-US" sz="3200" b="1" kern="12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785F6-1B4D-0F7A-02B1-FB0C10E6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33" y="1768110"/>
            <a:ext cx="10844922" cy="22981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E514EA-3AD4-914D-C966-3911E0567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7" y="4372548"/>
            <a:ext cx="11632693" cy="184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07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3EDAD-C9C9-1E71-1481-5C22AEA4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286" y="643467"/>
            <a:ext cx="825342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55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Kalibrasyonun Ortak Sonucu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Sistematik, tek yönlü bir kayma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697480" y="1645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kalibrasyon (3 ortam)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1031 px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97480" y="23957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ortalama — merkeze yakın, rastgele dağılım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952 px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97480" y="31455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ortalama — 11/11 ölçümde merkezin üzerinde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96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0.23–0.92 px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38953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kalibrasyonun kendi RMS aralığı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653796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6080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Yayılım (±13, ±21 px), tekil ölçümün kendi hatasından (&lt; 1 px) çok daha büyük — sonucu belirleyen algoritmanın fit kalitesi değil, oturumlar arası poz/hedef farklılığıdır.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70648" y="1252728"/>
            <a:ext cx="43068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/tmp/work/docx_unpacked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417320"/>
            <a:ext cx="3977640" cy="26883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35240" y="43434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Grafik: 11 kalibrasyonda bulunan optik merkez konumları (cx, cy)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  —  Checkerboard Tabanlı Kamera Kalibrasyonu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13534-74F5-CB25-810D-AB0E0025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2A3C89-1BA5-96D1-466D-618091465D4D}"/>
              </a:ext>
            </a:extLst>
          </p:cNvPr>
          <p:cNvSpPr/>
          <p:nvPr/>
        </p:nvSpPr>
        <p:spPr>
          <a:xfrm>
            <a:off x="2834640" y="3154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DİNLEDİĞİNİZ İÇİN TEŞEKKÜRLER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51C0977-9BC2-B8DB-17E8-A7AB84F37FF4}"/>
              </a:ext>
            </a:extLst>
          </p:cNvPr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  —  Checkerboard Tabanlı Kamera Kalibrasyonu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4B815D-5969-4BA0-AA3B-4BCB7B3F795F}"/>
              </a:ext>
            </a:extLst>
          </p:cNvPr>
          <p:cNvSpPr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81501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411</Words>
  <Application>Microsoft Office PowerPoint</Application>
  <PresentationFormat>Widescreen</PresentationFormat>
  <Paragraphs>59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ECE SALMAN</cp:lastModifiedBy>
  <cp:revision>7</cp:revision>
  <dcterms:created xsi:type="dcterms:W3CDTF">2026-08-17T12:33:31Z</dcterms:created>
  <dcterms:modified xsi:type="dcterms:W3CDTF">2026-09-01T14:57:20Z</dcterms:modified>
</cp:coreProperties>
</file>